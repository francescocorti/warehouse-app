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20"/>
    <a:srgbClr val="292966"/>
    <a:srgbClr val="BFFFE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461A-44C1-85D9-DA5D-49D12E3D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E1C73-AE3F-140F-E1B9-75B03E934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C2D88-AF5A-6BBD-31C0-893F436DE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448C4-C564-3558-0406-AA6A45928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4297-E55E-35B5-9329-887E5F90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3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F38CF-ABCB-75FA-63C5-A1BC439FC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D245D-3576-AAB1-F09D-AEFF47AC9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88FA-19AE-5F10-3EB8-481C068D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47815-4BD8-58EE-C244-F253E5BC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890FE-412E-59BA-E13B-A14EC12B2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30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FB99-52FB-784F-5C52-A1FC2C41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F42C2-5530-D63B-2D9A-3920BD7A2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48FE4-7132-059F-6086-ADD5D77E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F4808-72DD-BE41-27DD-39E2B1D2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346A1-2CB1-1D53-98C2-F25FD656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311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14A9-A152-56C5-BFA9-4AC2C745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4B6EA-AC61-0590-BFBE-21195B548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BE679-9A52-06A7-FB26-FDA4C33E4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EDE30-555E-74B1-1952-D6DFC6A08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28BE2-8C42-69BB-61B5-6B7E7156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A0CD7-10B9-68F4-AFAC-46685AF5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23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6C48-DB57-5DEE-D116-ECB4B8938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EFD77-B49D-F527-92BE-B41BE53C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DD95F-86DE-E49D-2CE9-02DC06EC1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234E8-9FD7-D7F6-37F4-FEAF58580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01ED06-AB29-BBFD-979B-A937DD7406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937AE-03F1-2168-866A-10FD8D16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112E3-5366-F057-884D-F67CFD21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14CD6C-CCE1-7A45-930B-FEF3F10E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14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CB51-5C14-9E9C-5120-226F0790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77732-1072-2297-07DF-4EB1BB6A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3640D-2D9A-80EC-D764-25921160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59953-1F87-6CA3-A83C-FB21CEB8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636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618FC-8200-D042-81C3-90B379E3A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A8BF1-8896-A42E-AA61-A251D83C9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A91B-621F-0CBF-2361-19038999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15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81EC3-9C8A-3E84-50C4-0869B17CE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1E1A-DF49-D245-526D-E9E418589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D878C-3689-FD68-C524-EE31B41E6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19BE4-1DA0-5386-E6EC-D0A313E6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16328-2C07-3234-91E3-FEEF3D59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C3B64-F283-B6A7-F5A3-3DCF0D21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3826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E56B-F66F-17EE-A391-D83DF9CC7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49998-F616-69D0-88A3-690739A41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7EE9E-C05C-8AE2-FEA9-A95FEBA69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463FE-EA43-9FB0-2BB6-F89DD186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D7BDB-2861-A63D-54F0-F023AAA3C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A1A9A-1BE4-FF25-E4B2-BDB42F6E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488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9E8D-2CE0-8EFE-FAA0-EFE14264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1D785-01AC-9967-3C78-1111E93F3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3FA2F-40A6-065B-6C1D-48F822AC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CFC5F-37D3-04A2-C488-5183CF4B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CC831-B8EB-78DE-E9E4-D89E883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589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6C61F-F7F2-93B5-B916-9BC5B5748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5F66C-4CAE-828A-C658-77F3A1862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B2C27-7168-1F9F-E7F5-0CC763F4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B2BC-1F49-DAE4-CDB2-370DEE441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9C7B4-316B-7A06-A849-16E837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3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30977-6E69-3F8A-3BB6-FC027899B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2DBBA-D173-76D9-2C75-32D160732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89AA5-36FC-FC4D-9405-84B3F97E9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B686-33A5-4CDE-B27F-641C7D248E8F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17260-6633-6BF2-AFC9-A1B36010D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AB6B1-D37D-D0D6-301C-7116F92F7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CB27E-35D5-4843-85B9-E79C4A6AB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0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2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E316B5-57AA-A1EC-B01F-2C8048E8D9B1}"/>
              </a:ext>
            </a:extLst>
          </p:cNvPr>
          <p:cNvSpPr txBox="1"/>
          <p:nvPr/>
        </p:nvSpPr>
        <p:spPr>
          <a:xfrm>
            <a:off x="3269881" y="2413420"/>
            <a:ext cx="32865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FF0020"/>
                </a:solidFill>
                <a:latin typeface="Bauhaus 93" panose="04030905020B02020C02" pitchFamily="82" charset="0"/>
              </a:rPr>
              <a:t>happy </a:t>
            </a:r>
          </a:p>
          <a:p>
            <a:r>
              <a:rPr lang="en-GB" sz="8000" dirty="0">
                <a:solidFill>
                  <a:srgbClr val="FF0020"/>
                </a:solidFill>
                <a:latin typeface="Bauhaus 93" panose="04030905020B02020C02" pitchFamily="82" charset="0"/>
              </a:rPr>
              <a:t>mess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5FF70-71CE-A135-504B-5D678F0B4D84}"/>
              </a:ext>
            </a:extLst>
          </p:cNvPr>
          <p:cNvSpPr txBox="1"/>
          <p:nvPr/>
        </p:nvSpPr>
        <p:spPr>
          <a:xfrm rot="5400000">
            <a:off x="10099310" y="2012959"/>
            <a:ext cx="3055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BFFFED"/>
                </a:solidFill>
                <a:latin typeface="Bauhaus 93" panose="04030905020B02020C02" pitchFamily="82" charset="0"/>
              </a:rPr>
              <a:t>mess</a:t>
            </a:r>
          </a:p>
        </p:txBody>
      </p:sp>
    </p:spTree>
    <p:extLst>
      <p:ext uri="{BB962C8B-B14F-4D97-AF65-F5344CB8AC3E}">
        <p14:creationId xmlns:p14="http://schemas.microsoft.com/office/powerpoint/2010/main" val="30412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Bauhaus 93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Corti</dc:creator>
  <cp:lastModifiedBy>Francesco Corti</cp:lastModifiedBy>
  <cp:revision>2</cp:revision>
  <dcterms:created xsi:type="dcterms:W3CDTF">2026-03-11T07:33:45Z</dcterms:created>
  <dcterms:modified xsi:type="dcterms:W3CDTF">2026-03-12T15:51:58Z</dcterms:modified>
</cp:coreProperties>
</file>